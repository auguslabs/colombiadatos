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1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FA45A-4BCB-784C-7D9A-E1C7C3545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CB5D0C-C8E4-C573-3327-0C9181AB9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5D35C-21D4-83B2-670D-45421DF88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2AC605-D1C3-66FC-3EAC-ED0A15B0E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1F9F-A09F-7243-1286-6CAEECA1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9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BDAAD-FF93-391B-5814-FC4C63688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221A0-26EA-8040-BEB6-D37FAF582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B595A-5289-04B9-4B96-0BA75FB7C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C4444-2B47-5CF8-5114-1B40AEC18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63F3C-92AA-1FA6-D942-5D49F66C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7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F8C9F-BA33-87F9-7873-BEE670FDA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5634C-2831-7FD7-69D4-2882395CD4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6107B-5BE5-810E-63C8-594E676D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2874D-E156-236E-BCDC-F6F4547E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E14D0-EA9F-42F6-5847-8703EEC8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06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D565D-B6C4-CD43-A2FC-F348BE9B6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E9598-8635-F511-22AE-0C6615CAB3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5F168-5974-ADD5-A031-3E4F6BBBF4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E64C1A-1D99-EBC9-93D9-2B29C572E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3A075-2BDC-7282-8BF3-ECC53A18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C4808F-6499-4EE2-0E86-9361A61E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27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3243-5627-05AF-1A64-804DE75EF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EF58B0-7E2D-3728-160F-99D801AAD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234CE-C0F2-26D1-F8D0-6DC22376A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107297-10CC-0638-2E41-004213634B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D68A75-FF36-B399-8373-224E10993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0A364-7367-D898-B93C-714E8CC1A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63D903-66A6-8FE6-5714-7D1FE4D80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915EC-52A4-D427-6F5A-730B60B3A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948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9527D-DE95-54AC-08D3-C066BF788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C0BE9A-0793-FD0D-A524-12763E638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D5196D-58C1-5FCF-63B8-D8C7F378C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8E7C2-B586-8839-24E7-9C6C31DC2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969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92493-7FC8-713F-DA77-B337A6263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BE097C-A8CA-ABB5-B367-CBE330CB9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B80F37-D49A-31DE-E2B7-028555190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67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0E3FA-2439-F4DA-72A9-539EB73E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A4BAD-8807-62B2-0441-EE3C931EAD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B76AD-54B2-DB40-B718-D423FADE6A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20E23-26CC-A8D4-3FF7-C5EBFD71C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716AB-6940-186B-0B30-093FE8F8F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2B36A-D82E-F38A-88F7-D4183979B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187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C209C-76D5-B1C4-A734-01537BC78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9B64A-6F2F-2E6B-2538-26BE218ED8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5093DC-56B6-9221-987C-AAE472917C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89ADCD-4186-955B-9B47-9BDD45B82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69D17A-A9C2-F73A-8F72-F444306FD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F2639-00B5-E673-EC34-66C9267BA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418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50F3-BCDD-2551-24F7-E4C9D318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B38CE3-1786-5859-B8D5-A00F6C62B2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A175C-993B-8E87-B64D-0AF1A7F41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F262F-B4E0-1447-6E6F-4A1F88A98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57C44-6DAF-676A-BC9C-6497625DE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60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3238FE-FA3F-F5E8-70B0-26A271B2DA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4C0B00-BE6F-FBF0-D8D5-CCA8A00596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D40E8-3CE0-FAE8-B71A-BCE5A47B0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7B19C-A10E-70D1-9816-5E3C8878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3A021-30A5-15D3-7ED9-6AA4CA2DD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5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4EDED1-AE9E-7528-0151-91EB9784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792E84-C2A3-5F1C-39F1-866B0F52B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659CC-3D7C-0462-CA3E-7F96C85AEF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E5B6FD-41A7-4012-9EFC-610E40B2326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21507-A492-8A44-E7D5-D9AD3DFB3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E6011-F494-7634-2A03-542A8BA002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270284-1222-49DF-97CB-88023AA5CE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29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nnovaciￃﾳn y Tecnologￃﾭa.&#10;&#10;AI-generated content may be incorrect.">
            <a:extLst>
              <a:ext uri="{FF2B5EF4-FFF2-40B4-BE49-F238E27FC236}">
                <a16:creationId xmlns:a16="http://schemas.microsoft.com/office/drawing/2014/main" id="{EE3A40F6-2729-7729-D52D-3AD5B57DD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40441"/>
            <a:ext cx="12192000" cy="597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1275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is a visual representation of an interactive chatbot interface that provides Spanish-language responses, statistics, and official data sources, accessible through the Colombian government's data.gov.co platform.&#10;&#10;AI-generated content may be incorrect.">
            <a:extLst>
              <a:ext uri="{FF2B5EF4-FFF2-40B4-BE49-F238E27FC236}">
                <a16:creationId xmlns:a16="http://schemas.microsoft.com/office/drawing/2014/main" id="{21F0305D-6652-E945-1CCD-CC0F8DF8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523"/>
            <a:ext cx="12192000" cy="579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66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oluciￃﾳn Tￃﾩcnica.&#10;&#10;AI-generated content may be incorrect.">
            <a:extLst>
              <a:ext uri="{FF2B5EF4-FFF2-40B4-BE49-F238E27FC236}">
                <a16:creationId xmlns:a16="http://schemas.microsoft.com/office/drawing/2014/main" id="{15CD7F0A-3C52-D725-DCB3-D5C20FE8E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6037"/>
            <a:ext cx="12192000" cy="578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580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26BDE-D410-CEE3-2B06-D39B8E308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A9BDDB-71A6-D40D-9247-C94A28A7A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6791"/>
            <a:ext cx="12192000" cy="576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40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1F5333-6DD5-7563-4470-04BAFA2D7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lombia Datos,&#10;&#10;AI-generated content may be incorrect.">
            <a:extLst>
              <a:ext uri="{FF2B5EF4-FFF2-40B4-BE49-F238E27FC236}">
                <a16:creationId xmlns:a16="http://schemas.microsoft.com/office/drawing/2014/main" id="{53802DEE-8ED3-ACA6-847E-033CC0276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681"/>
            <a:ext cx="12192000" cy="579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398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BD6BC-F65A-ADC4-80C2-8408B73A1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appears to be a visual representation of a data flow diagram, showcasing various components such as video, data, method, results, and engineering data, along with a list of active data sources, quality indicators, and data transformation processes.&#10;&#10;AI-generated content may be incorrect.">
            <a:extLst>
              <a:ext uri="{FF2B5EF4-FFF2-40B4-BE49-F238E27FC236}">
                <a16:creationId xmlns:a16="http://schemas.microsoft.com/office/drawing/2014/main" id="{D88DC0E5-C2A5-B4E9-8E55-C9A763A9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5712"/>
            <a:ext cx="12192000" cy="57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5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1FCB6-D593-6D1E-AA24-682525906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layout for a chatbot catalog with sections for data, tools, and technologies such as React, Express, Firebase, AI, APIs, and a live demo.&#10;&#10;AI-generated content may be incorrect.">
            <a:extLst>
              <a:ext uri="{FF2B5EF4-FFF2-40B4-BE49-F238E27FC236}">
                <a16:creationId xmlns:a16="http://schemas.microsoft.com/office/drawing/2014/main" id="{FAFEC5B2-02DF-9524-8CFE-90E7EFDE0D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1578"/>
            <a:ext cx="12192000" cy="581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906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ECD27-E0CB-9189-A046-0C7F9D049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is a colorful web page layout showcasing a comparison of different data generation methods, with tabs or sections highlighting features such as data quality, cost, and citation requirements.&#10;&#10;AI-generated content may be incorrect.">
            <a:extLst>
              <a:ext uri="{FF2B5EF4-FFF2-40B4-BE49-F238E27FC236}">
                <a16:creationId xmlns:a16="http://schemas.microsoft.com/office/drawing/2014/main" id="{72EBE422-5DFC-CCFE-6EC0-811D8AF70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523"/>
            <a:ext cx="12192000" cy="5792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6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570E5-B68E-8C50-F634-0C4DEE36F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lombia Data&#10;&#10;AI-generated content may be incorrect.">
            <a:extLst>
              <a:ext uri="{FF2B5EF4-FFF2-40B4-BE49-F238E27FC236}">
                <a16:creationId xmlns:a16="http://schemas.microsoft.com/office/drawing/2014/main" id="{1E949424-DEB1-1F75-8753-B773A4E29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4358"/>
            <a:ext cx="12192000" cy="578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240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TAPIAS SIERRA, CESAR</dc:creator>
  <cp:lastModifiedBy>TAPIAS SIERRA, CESAR</cp:lastModifiedBy>
  <cp:revision>2</cp:revision>
  <dcterms:created xsi:type="dcterms:W3CDTF">2026-07-27T13:39:51Z</dcterms:created>
  <dcterms:modified xsi:type="dcterms:W3CDTF">2026-07-27T13:48:00Z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8bb7484-22c2-4b98-9fb8-3ab13d821527_Enabled">
    <vt:lpwstr>true</vt:lpwstr>
  </property>
  <property fmtid="{D5CDD505-2E9C-101B-9397-08002B2CF9AE}" pid="3" name="MSIP_Label_d8bb7484-22c2-4b98-9fb8-3ab13d821527_SetDate">
    <vt:lpwstr>2026-07-27T13:40:18Z</vt:lpwstr>
  </property>
  <property fmtid="{D5CDD505-2E9C-101B-9397-08002B2CF9AE}" pid="4" name="MSIP_Label_d8bb7484-22c2-4b98-9fb8-3ab13d821527_Method">
    <vt:lpwstr>Standard</vt:lpwstr>
  </property>
  <property fmtid="{D5CDD505-2E9C-101B-9397-08002B2CF9AE}" pid="5" name="MSIP_Label_d8bb7484-22c2-4b98-9fb8-3ab13d821527_Name">
    <vt:lpwstr>defa4170-0d19-0005-0004-bc88714345d2</vt:lpwstr>
  </property>
  <property fmtid="{D5CDD505-2E9C-101B-9397-08002B2CF9AE}" pid="6" name="MSIP_Label_d8bb7484-22c2-4b98-9fb8-3ab13d821527_SiteId">
    <vt:lpwstr>f50e076b-86a5-45f3-87b0-3f4d0ec5e94e</vt:lpwstr>
  </property>
  <property fmtid="{D5CDD505-2E9C-101B-9397-08002B2CF9AE}" pid="7" name="MSIP_Label_d8bb7484-22c2-4b98-9fb8-3ab13d821527_ActionId">
    <vt:lpwstr>999c5886-d789-44bc-a38a-d5ea7cc27f48</vt:lpwstr>
  </property>
  <property fmtid="{D5CDD505-2E9C-101B-9397-08002B2CF9AE}" pid="8" name="MSIP_Label_d8bb7484-22c2-4b98-9fb8-3ab13d821527_ContentBits">
    <vt:lpwstr>0</vt:lpwstr>
  </property>
  <property fmtid="{D5CDD505-2E9C-101B-9397-08002B2CF9AE}" pid="9" name="MSIP_Label_d8bb7484-22c2-4b98-9fb8-3ab13d821527_Tag">
    <vt:lpwstr>10, 3, 0, 1</vt:lpwstr>
  </property>
</Properties>
</file>